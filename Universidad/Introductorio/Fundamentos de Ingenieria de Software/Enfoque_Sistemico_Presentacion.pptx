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Enfoque Sistémico y su Aplicación en la Gestión de Información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Presentado por: [Nombres de los expositores]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¿Qué es el enfoque sistémico?</a:t>
            </a:r>
          </a:p>
          <a:p>
            <a:r>
              <a:t>- Importancia en la gestión de información</a:t>
            </a:r>
          </a:p>
          <a:p>
            <a:r>
              <a:t>- Objetivo de la presentación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Definición y Fundamentos del Enfoque Sistémico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Origen (Ludwig von Bertalanffy y la Teoría General de Sistemas)</a:t>
            </a:r>
          </a:p>
          <a:p>
            <a:r>
              <a:t>- Características principales</a:t>
            </a:r>
          </a:p>
          <a:p>
            <a:r>
              <a:t>- Diferencias con el enfoque tradicional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Aplicación en la Gestión y Tecnología de la Información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Uso en empresas y organizaciones</a:t>
            </a:r>
          </a:p>
          <a:p>
            <a:r>
              <a:t>- Sistemas de Información Gerencial (SIG)</a:t>
            </a:r>
          </a:p>
          <a:p>
            <a:r>
              <a:t>- Papel clave de la Tecnología de la Información (TI)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Aplicación en la Planificación de la Información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Importancia de la planificación de la información</a:t>
            </a:r>
          </a:p>
          <a:p>
            <a:r>
              <a:t>- Beneficios del enfoque sistémico en la gestión de datos</a:t>
            </a:r>
          </a:p>
          <a:p>
            <a:r>
              <a:t>- Ejemplo de planificación estratégica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Casos de Estudio y Ejemplos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Caso 1: Gestión de proyectos (INCAE)</a:t>
            </a:r>
          </a:p>
          <a:p>
            <a:r>
              <a:t>- Caso 2: Políticas públicas (CIDE)</a:t>
            </a:r>
          </a:p>
          <a:p>
            <a:r>
              <a:t>- Caso 3: Educación y aprendizaje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Beneficios del enfoque sistémico</a:t>
            </a:r>
          </a:p>
          <a:p>
            <a:r>
              <a:t>- Importancia en la toma de decisiones</a:t>
            </a:r>
          </a:p>
          <a:p>
            <a:r>
              <a:t>- Reflexión final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 y Agradecimientos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¿Dudas o comentarios?</a:t>
            </a:r>
          </a:p>
          <a:p>
            <a:r>
              <a:t>¡Gracias por su atención!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