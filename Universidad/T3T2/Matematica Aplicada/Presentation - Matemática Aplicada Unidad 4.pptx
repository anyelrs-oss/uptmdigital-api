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Georgia Pro Condensed" charset="1" panose="02040506050405020303"/>
      <p:regular r:id="rId17"/>
    </p:embeddedFont>
    <p:embeddedFont>
      <p:font typeface="Helvetica World Bold" charset="1" panose="020B08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B4F7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153910"/>
            <a:ext cx="7468479" cy="246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800" spc="-57">
                <a:solidFill>
                  <a:srgbClr val="EFF6F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María Vict</a:t>
            </a:r>
            <a:r>
              <a:rPr lang="en-US" sz="3800" spc="-57" strike="noStrike" u="none">
                <a:solidFill>
                  <a:srgbClr val="EFF6F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oria Meza C.I. 15.174.323</a:t>
            </a:r>
          </a:p>
          <a:p>
            <a:pPr algn="l">
              <a:lnSpc>
                <a:spcPts val="4940"/>
              </a:lnSpc>
            </a:pPr>
            <a:r>
              <a:rPr lang="en-US" sz="3800" spc="-57" strike="noStrike" u="none">
                <a:solidFill>
                  <a:srgbClr val="EFF6F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Gladys Vielma C.I. 15.174.323</a:t>
            </a:r>
          </a:p>
          <a:p>
            <a:pPr algn="l">
              <a:lnSpc>
                <a:spcPts val="4940"/>
              </a:lnSpc>
            </a:pPr>
            <a:r>
              <a:rPr lang="en-US" sz="3800" spc="-57" strike="noStrike" u="none">
                <a:solidFill>
                  <a:srgbClr val="EFF6F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Rubén Ramírez C.I. 16.020.185</a:t>
            </a:r>
          </a:p>
          <a:p>
            <a:pPr algn="l">
              <a:lnSpc>
                <a:spcPts val="4940"/>
              </a:lnSpc>
            </a:pPr>
            <a:r>
              <a:rPr lang="en-US" sz="3800" spc="-57" strike="noStrike" u="none">
                <a:solidFill>
                  <a:srgbClr val="EFF6F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Ángel Peña C.I. 24.349.651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EFF6F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Matemática Aplicada: Unidad 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AF1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81205" y="6625367"/>
            <a:ext cx="4804425" cy="2632933"/>
          </a:xfrm>
          <a:custGeom>
            <a:avLst/>
            <a:gdLst/>
            <a:ahLst/>
            <a:cxnLst/>
            <a:rect r="r" b="b" t="t" l="l"/>
            <a:pathLst>
              <a:path h="2632933" w="4804425">
                <a:moveTo>
                  <a:pt x="0" y="0"/>
                </a:moveTo>
                <a:lnTo>
                  <a:pt x="4804424" y="0"/>
                </a:lnTo>
                <a:lnTo>
                  <a:pt x="4804424" y="2632933"/>
                </a:lnTo>
                <a:lnTo>
                  <a:pt x="0" y="2632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¿Qué es la notación matemática?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4239080"/>
            <a:ext cx="6886575" cy="224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notación matemática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 un sistema simbólico que permite expresar ideas con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precisión formal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facilitando la comprensión y evitando ambigüedades. Es esencial para la comunicación efectiva en matemáticas.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F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5946700"/>
            <a:ext cx="7456268" cy="3038429"/>
          </a:xfrm>
          <a:custGeom>
            <a:avLst/>
            <a:gdLst/>
            <a:ahLst/>
            <a:cxnLst/>
            <a:rect r="r" b="b" t="t" l="l"/>
            <a:pathLst>
              <a:path h="3038429" w="7456268">
                <a:moveTo>
                  <a:pt x="0" y="0"/>
                </a:moveTo>
                <a:lnTo>
                  <a:pt x="7456268" y="0"/>
                </a:lnTo>
                <a:lnTo>
                  <a:pt x="7456268" y="3038429"/>
                </a:lnTo>
                <a:lnTo>
                  <a:pt x="0" y="303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Axiomas en Matemáticas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14700"/>
            <a:ext cx="6886575" cy="216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axiomas son proposiciones fundamentales aceptadas sin necesidad de demostración. Actúan como la base del sistema matemático, y son esenciales para el desarrollo de teoremas y definiciones.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AF1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64272" y="5902370"/>
            <a:ext cx="7224473" cy="2713905"/>
          </a:xfrm>
          <a:custGeom>
            <a:avLst/>
            <a:gdLst/>
            <a:ahLst/>
            <a:cxnLst/>
            <a:rect r="r" b="b" t="t" l="l"/>
            <a:pathLst>
              <a:path h="2713905" w="7224473">
                <a:moveTo>
                  <a:pt x="0" y="0"/>
                </a:moveTo>
                <a:lnTo>
                  <a:pt x="7224473" y="0"/>
                </a:lnTo>
                <a:lnTo>
                  <a:pt x="7224473" y="2713905"/>
                </a:lnTo>
                <a:lnTo>
                  <a:pt x="0" y="2713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Definiciones en Matemáticas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4005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definición establece un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significado preciso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para términos matemáticos, sirviendo como base para el entendimiento. No se demuestran, pero son fundamentales para construir conceptos y desarrollar teoremas en la matemática.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F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18321" y="5191125"/>
            <a:ext cx="4340409" cy="3499454"/>
          </a:xfrm>
          <a:custGeom>
            <a:avLst/>
            <a:gdLst/>
            <a:ahLst/>
            <a:cxnLst/>
            <a:rect r="r" b="b" t="t" l="l"/>
            <a:pathLst>
              <a:path h="3499454" w="4340409">
                <a:moveTo>
                  <a:pt x="0" y="0"/>
                </a:moveTo>
                <a:lnTo>
                  <a:pt x="4340409" y="0"/>
                </a:lnTo>
                <a:lnTo>
                  <a:pt x="4340409" y="3499454"/>
                </a:lnTo>
                <a:lnTo>
                  <a:pt x="0" y="3499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97050" y="6514669"/>
            <a:ext cx="2956231" cy="3325759"/>
          </a:xfrm>
          <a:custGeom>
            <a:avLst/>
            <a:gdLst/>
            <a:ahLst/>
            <a:cxnLst/>
            <a:rect r="r" b="b" t="t" l="l"/>
            <a:pathLst>
              <a:path h="3325759" w="2956231">
                <a:moveTo>
                  <a:pt x="0" y="0"/>
                </a:moveTo>
                <a:lnTo>
                  <a:pt x="2956230" y="0"/>
                </a:lnTo>
                <a:lnTo>
                  <a:pt x="2956230" y="3325759"/>
                </a:lnTo>
                <a:lnTo>
                  <a:pt x="0" y="3325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Conjeturas en la matemática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290195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conjeturas son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afirmaciones no demostradas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que surgen en el contexto de la investigación matemática. Un ejemplo famoso es la Conjetura de Goldbach, que ha intrigado a matemáticos durante siglos.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AF1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45866" y="5546961"/>
            <a:ext cx="6886575" cy="2504992"/>
          </a:xfrm>
          <a:custGeom>
            <a:avLst/>
            <a:gdLst/>
            <a:ahLst/>
            <a:cxnLst/>
            <a:rect r="r" b="b" t="t" l="l"/>
            <a:pathLst>
              <a:path h="2504992" w="6886575">
                <a:moveTo>
                  <a:pt x="0" y="0"/>
                </a:moveTo>
                <a:lnTo>
                  <a:pt x="6886575" y="0"/>
                </a:lnTo>
                <a:lnTo>
                  <a:pt x="6886575" y="2504992"/>
                </a:lnTo>
                <a:lnTo>
                  <a:pt x="0" y="2504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Teoremas en Matemática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4005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teorema es una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proposición demostrada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que se basa en axiomas y definiciones. Esta estructura permite establecer conclusiones válidas y fundamentadas, avanzando así en el conocimiento matemático y su aplicación.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F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73059" y="1422104"/>
            <a:ext cx="8324850" cy="34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Ejercicio: Imagina que estamos diseñando un sistema de segu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idad para una base de dat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s. Vamos a aplic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ar 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cada concepto a 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na r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gla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lógica se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cilla: "El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acc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es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 usuar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os 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eno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</a:t>
            </a:r>
            <a:r>
              <a:rPr lang="en-US" sz="45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es de edad".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6042991"/>
            <a:ext cx="8324850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Escenario: Sistema de Control de Acceso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​1. El Axioma (La base incuestionable)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​“Todo usuario tiene una edad representada por un número entero no negativo.”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necesitamos demostrarlo, es una regla base de nuestro sistema. Sin esto, no podemos calcular nada.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AF1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58758" y="0"/>
            <a:ext cx="8629242" cy="10287000"/>
            <a:chOff x="0" y="0"/>
            <a:chExt cx="1133257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257" cy="1350966"/>
            </a:xfrm>
            <a:custGeom>
              <a:avLst/>
              <a:gdLst/>
              <a:ahLst/>
              <a:cxnLst/>
              <a:rect r="r" b="b" t="t" l="l"/>
              <a:pathLst>
                <a:path h="1350966" w="1133257">
                  <a:moveTo>
                    <a:pt x="0" y="0"/>
                  </a:moveTo>
                  <a:lnTo>
                    <a:pt x="1133257" y="0"/>
                  </a:lnTo>
                  <a:lnTo>
                    <a:pt x="1133257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315" t="0" r="-431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3016986"/>
            <a:ext cx="8436103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La Conjetura (La suposición)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​“Si bloqueamos a todos los 'Usuarios Restringidos', el sistema será 100% seguro contra comportamientos inmaduros.”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Esto es una conjetura. Suena lógico, pero no es una verdad matemática. ¿Qué pasa si un adulto de 40 años se comporta de forma inmadura? Mi suposición podría fallar.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248" y="6072072"/>
            <a:ext cx="9101510" cy="391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El Teorema (La verdad demostrable)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​“Si un usuario tiene 15 años, entonces es un 'Usuario Restringido'.”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Demostración: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​Por el axioma, el usuario tiene una edad (15).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​Sabemos que 15 &lt; 18.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​Por la definición anterior, cualquier usuario con edad &lt; 18 es "Restringido".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​Conclusión: El usuario es Restringido. (Q.E.D.)</a:t>
            </a:r>
          </a:p>
          <a:p>
            <a:pPr algn="l" marL="0" indent="0" lvl="0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-38100"/>
            <a:ext cx="8992008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La D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efinición (El acuerdo)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​“Definimos como 'Usuario Restringido' a todo aquel cuya edad sea menor a 18 años.”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Aquí no hay nada que demostrar, simplemente le pusimos un nombre a una condición para que el código sepa de qué hablamos.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F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7622833"/>
            <a:ext cx="7529526" cy="1298843"/>
          </a:xfrm>
          <a:custGeom>
            <a:avLst/>
            <a:gdLst/>
            <a:ahLst/>
            <a:cxnLst/>
            <a:rect r="r" b="b" t="t" l="l"/>
            <a:pathLst>
              <a:path h="1298843" w="7529526">
                <a:moveTo>
                  <a:pt x="0" y="0"/>
                </a:moveTo>
                <a:lnTo>
                  <a:pt x="7529526" y="0"/>
                </a:lnTo>
                <a:lnTo>
                  <a:pt x="7529526" y="1298843"/>
                </a:lnTo>
                <a:lnTo>
                  <a:pt x="0" y="129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Relación entre conceptos matemáticos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62107"/>
            <a:ext cx="6886575" cy="27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axiomas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forman la base del sistema, las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definiciones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proporcionan precisión conceptual, las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conjeturas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son hipótesis pendientes de demostración, y los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teoremas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representan resultados demostrados formalmente en matemáticas.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AF1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622905"/>
            <a:ext cx="6886575" cy="105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sz="7725">
                <a:solidFill>
                  <a:srgbClr val="2B4F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8606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</a:t>
            </a:r>
            <a:r>
              <a:rPr lang="en-US" b="true" sz="2499" spc="-37" strike="noStrike" u="none">
                <a:solidFill>
                  <a:srgbClr val="2B4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notación matemática</a:t>
            </a:r>
            <a:r>
              <a:rPr lang="en-US" sz="2499" spc="-37" strike="noStrike" u="none">
                <a:solidFill>
                  <a:srgbClr val="2B4F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 crucial para el rigor formal en matemáticas. Axiomas, definiciones, conjeturas y teoremas forman la base del razonamiento matemático, garantizando claridad y coherencia en las ideas expuestas.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Matemática Aplicada: Unidad 4</dc:description>
  <dc:identifier>DAHBEkYhcQI</dc:identifier>
  <dcterms:modified xsi:type="dcterms:W3CDTF">2011-08-01T06:04:30Z</dcterms:modified>
  <cp:revision>1</cp:revision>
  <dc:title>Presentation - Matemática Aplicada: Unidad 4</dc:title>
</cp:coreProperties>
</file>