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eorgia Pro Light" charset="1" panose="02040302050405020303"/>
      <p:regular r:id="rId13"/>
    </p:embeddedFont>
    <p:embeddedFont>
      <p:font typeface="DM Sans" charset="1" panose="00000000000000000000"/>
      <p:regular r:id="rId14"/>
    </p:embeddedFont>
    <p:embeddedFont>
      <p:font typeface="DM Sans Bold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-7203" t="0" r="-720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-5400000">
            <a:off x="10771614" y="722896"/>
            <a:ext cx="416357" cy="471186"/>
          </a:xfrm>
          <a:custGeom>
            <a:avLst/>
            <a:gdLst/>
            <a:ahLst/>
            <a:cxnLst/>
            <a:rect r="r" b="b" t="t" l="l"/>
            <a:pathLst>
              <a:path h="471186" w="416357">
                <a:moveTo>
                  <a:pt x="416358" y="0"/>
                </a:moveTo>
                <a:lnTo>
                  <a:pt x="0" y="0"/>
                </a:lnTo>
                <a:lnTo>
                  <a:pt x="0" y="471186"/>
                </a:lnTo>
                <a:lnTo>
                  <a:pt x="416358" y="471186"/>
                </a:lnTo>
                <a:lnTo>
                  <a:pt x="41635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325772" y="2057088"/>
            <a:ext cx="7295478" cy="2828998"/>
            <a:chOff x="0" y="0"/>
            <a:chExt cx="9727304" cy="377199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61925"/>
              <a:ext cx="9727304" cy="1712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225"/>
                </a:lnSpc>
              </a:pPr>
              <a:r>
                <a:rPr lang="en-US" sz="9225">
                  <a:solidFill>
                    <a:srgbClr val="E3F2FD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UPTM Digital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25443"/>
              <a:ext cx="9717314" cy="164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39"/>
                </a:lnSpc>
              </a:pPr>
              <a:r>
                <a:rPr lang="en-US" sz="3599">
                  <a:solidFill>
                    <a:srgbClr val="BBDEFB"/>
                  </a:solidFill>
                  <a:latin typeface="DM Sans"/>
                  <a:ea typeface="DM Sans"/>
                  <a:cs typeface="DM Sans"/>
                  <a:sym typeface="DM Sans"/>
                </a:rPr>
                <a:t>Plataforma Universitaria de Gestion Estudiantil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83351" y="7449630"/>
            <a:ext cx="5743575" cy="1279397"/>
            <a:chOff x="0" y="0"/>
            <a:chExt cx="7658100" cy="170586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91344"/>
              <a:ext cx="76581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E3F2FD"/>
                  </a:solidFill>
                  <a:latin typeface="DM Sans"/>
                  <a:ea typeface="DM Sans"/>
                  <a:cs typeface="DM Sans"/>
                  <a:sym typeface="DM Sans"/>
                </a:rPr>
                <a:t>Angel Peña 24.349.651</a:t>
              </a: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E3F2FD"/>
                  </a:solidFill>
                  <a:latin typeface="DM Sans"/>
                  <a:ea typeface="DM Sans"/>
                  <a:cs typeface="DM Sans"/>
                  <a:sym typeface="DM Sans"/>
                </a:rPr>
                <a:t>Ruben Ramirez 16.020.165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7658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BBDEF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PRESENTADO POR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7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1344" y="1505314"/>
            <a:ext cx="15518255" cy="8644053"/>
          </a:xfrm>
          <a:custGeom>
            <a:avLst/>
            <a:gdLst/>
            <a:ahLst/>
            <a:cxnLst/>
            <a:rect r="r" b="b" t="t" l="l"/>
            <a:pathLst>
              <a:path h="8644053" w="15518255">
                <a:moveTo>
                  <a:pt x="0" y="0"/>
                </a:moveTo>
                <a:lnTo>
                  <a:pt x="15518254" y="0"/>
                </a:lnTo>
                <a:lnTo>
                  <a:pt x="15518254" y="8644053"/>
                </a:lnTo>
                <a:lnTo>
                  <a:pt x="0" y="86440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95" t="-8639" r="-2704" b="-1234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2410" y="279368"/>
            <a:ext cx="8324850" cy="1889706"/>
            <a:chOff x="0" y="0"/>
            <a:chExt cx="11099800" cy="251960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E3F2FD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Matriz FODA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47803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4214" y="2259729"/>
            <a:ext cx="16821944" cy="5659191"/>
          </a:xfrm>
          <a:custGeom>
            <a:avLst/>
            <a:gdLst/>
            <a:ahLst/>
            <a:cxnLst/>
            <a:rect r="r" b="b" t="t" l="l"/>
            <a:pathLst>
              <a:path h="5659191" w="16821944">
                <a:moveTo>
                  <a:pt x="0" y="0"/>
                </a:moveTo>
                <a:lnTo>
                  <a:pt x="16821943" y="0"/>
                </a:lnTo>
                <a:lnTo>
                  <a:pt x="16821943" y="5659191"/>
                </a:lnTo>
                <a:lnTo>
                  <a:pt x="0" y="5659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88" t="-22141" r="-2963" b="-8113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5891066" cy="2212111"/>
            <a:chOff x="0" y="0"/>
            <a:chExt cx="21188088" cy="294948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21188088" cy="1831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301"/>
                </a:lnSpc>
              </a:pPr>
              <a:r>
                <a:rPr lang="en-US" sz="9365">
                  <a:solidFill>
                    <a:srgbClr val="E3F2FD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Matriz Marco Lógico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05307"/>
              <a:ext cx="21188088" cy="544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41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6262" y="915286"/>
            <a:ext cx="17645732" cy="8555507"/>
          </a:xfrm>
          <a:custGeom>
            <a:avLst/>
            <a:gdLst/>
            <a:ahLst/>
            <a:cxnLst/>
            <a:rect r="r" b="b" t="t" l="l"/>
            <a:pathLst>
              <a:path h="8555507" w="17645732">
                <a:moveTo>
                  <a:pt x="0" y="0"/>
                </a:moveTo>
                <a:lnTo>
                  <a:pt x="17645733" y="0"/>
                </a:lnTo>
                <a:lnTo>
                  <a:pt x="17645733" y="8555506"/>
                </a:lnTo>
                <a:lnTo>
                  <a:pt x="0" y="8555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5" t="-18106" r="-2280" b="-18044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7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769" y="1189317"/>
            <a:ext cx="16041447" cy="8947963"/>
          </a:xfrm>
          <a:custGeom>
            <a:avLst/>
            <a:gdLst/>
            <a:ahLst/>
            <a:cxnLst/>
            <a:rect r="r" b="b" t="t" l="l"/>
            <a:pathLst>
              <a:path h="8947963" w="16041447">
                <a:moveTo>
                  <a:pt x="0" y="0"/>
                </a:moveTo>
                <a:lnTo>
                  <a:pt x="16041447" y="0"/>
                </a:lnTo>
                <a:lnTo>
                  <a:pt x="16041447" y="8947963"/>
                </a:lnTo>
                <a:lnTo>
                  <a:pt x="0" y="8947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942" r="0" b="-779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6769" y="386974"/>
            <a:ext cx="15534461" cy="1889706"/>
            <a:chOff x="0" y="0"/>
            <a:chExt cx="20712615" cy="251960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20712615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E3F2FD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Árbol de Problemas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47803"/>
              <a:ext cx="20712615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7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736" y="1371521"/>
            <a:ext cx="16381505" cy="8751433"/>
          </a:xfrm>
          <a:custGeom>
            <a:avLst/>
            <a:gdLst/>
            <a:ahLst/>
            <a:cxnLst/>
            <a:rect r="r" b="b" t="t" l="l"/>
            <a:pathLst>
              <a:path h="8751433" w="16381505">
                <a:moveTo>
                  <a:pt x="0" y="0"/>
                </a:moveTo>
                <a:lnTo>
                  <a:pt x="16381505" y="0"/>
                </a:lnTo>
                <a:lnTo>
                  <a:pt x="16381505" y="8751433"/>
                </a:lnTo>
                <a:lnTo>
                  <a:pt x="0" y="8751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71" r="0" b="-1192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6769" y="386974"/>
            <a:ext cx="15534461" cy="1889706"/>
            <a:chOff x="0" y="0"/>
            <a:chExt cx="20712615" cy="251960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20712615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E3F2FD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Árbol de Objetivos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47803"/>
              <a:ext cx="20712615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5430" y="2133600"/>
            <a:ext cx="11083870" cy="7583634"/>
          </a:xfrm>
          <a:custGeom>
            <a:avLst/>
            <a:gdLst/>
            <a:ahLst/>
            <a:cxnLst/>
            <a:rect r="r" b="b" t="t" l="l"/>
            <a:pathLst>
              <a:path h="7583634" w="11083870">
                <a:moveTo>
                  <a:pt x="0" y="0"/>
                </a:moveTo>
                <a:lnTo>
                  <a:pt x="11083870" y="0"/>
                </a:lnTo>
                <a:lnTo>
                  <a:pt x="11083870" y="7583634"/>
                </a:lnTo>
                <a:lnTo>
                  <a:pt x="0" y="758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63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851535"/>
            <a:ext cx="10537889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>
                <a:solidFill>
                  <a:srgbClr val="E3F2FD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Diagrama de Venn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Herramientas de Gestión</dc:description>
  <dc:identifier>DAG1WrG1Zas</dc:identifier>
  <dcterms:modified xsi:type="dcterms:W3CDTF">2011-08-01T06:04:30Z</dcterms:modified>
  <cp:revision>1</cp:revision>
  <dc:title>Presentation - Herramientas de Gestión</dc:title>
</cp:coreProperties>
</file>